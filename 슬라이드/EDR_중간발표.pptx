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85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SIHEUNG BOOTCAMP · TEAM I · 중간 발표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774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행동으로 잡는다,</a:t>
            </a:r>
            <a:endParaRPr lang="en-US" sz="4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EDR 보안 서비스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이상행동 탐지부터 Slack 알림, 대시보드 시각화까지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" y="5989320"/>
            <a:ext cx="1072591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OSquery · Zeek  →  Kafka  →  Kafka Streams · ClickHouse  →  Spring Boot  →  Slack · React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서비스 설명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indent="0" marL="0">
              <a:buNone/>
            </a:pPr>
            <a:r>
              <a:rPr lang="en-US" sz="4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만드는가?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백신은 아는 병만 잡는다.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증상을 본다.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77840" y="89611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백신 (안티바이러스)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120640" y="1389888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유명 바이러스, 악성 파일만 잡는다. 새로운 공격과 알려지지 않은 이상 행동에는 대응하지 못한다.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감기약을 갖고 있는지로 감기를 판단하는 방식이라, 알려진 병만 진단할 수 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120640" y="2624328"/>
            <a:ext cx="640080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8529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77840" y="2834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EDR (Endpoint Detection &amp; Response)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120640" y="3310128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행동의 특이점을 발견해 보안을 실행한다. 처음 보는 공격도 이상 징후로 탐지할 수 있다.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증상으로 판단하기 때문에, 처음 보는 병도 진단한다.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120640" y="4544568"/>
            <a:ext cx="640080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7731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7840" y="4754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만드는 것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120640" y="523036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EDR 방식의 보안 프로그램을 직접 제작한다. RAM · CPU · 네트워크 · 파일 · DNS의 이상 행동을 탐지해 사용자에게 안내하는, 사전 예방 중심의 보안이다.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서비스 소개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다른가?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자료를 보여주는 데서 멈추지 않고, 점수화 · 조치 · 즉시 알림까지 한 번에.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22576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230428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점수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303520" y="2340864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시스템의 보안 상태를 점수로 한눈에 표시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62072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3580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3017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해결책 제시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303520" y="3054096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탐지된 이상 현상에 대한 조치 방법 안내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575304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4904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37307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간략화 팝업 표기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303520" y="376732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로그 대신 이해하기 쉬운 요약 알림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288536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462272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54480" y="444398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바이러스 역추적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303520" y="44805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행동의 발생 경로를 거슬러 추적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40080" y="5001768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75504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54480" y="51572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연동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5303520" y="519379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행동 감지 시 사용자에게 즉시 전달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640080" y="5715000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888736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554480" y="5870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 기반 탐지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5303520" y="5907024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사용자의 평소 행동과 컴퓨터의 평소 상태를 학습해, 벗어나는 순간을 잡는다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서비스 소개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기능명세서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788920"/>
                <a:gridCol w="5148072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91B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91B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91B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 기술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91B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로그 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내부(RAM·CPU·파일·프로세스) 및 네트워크(DNS 등) 행동 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OSquery, Zeek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수집된 로그를 실시간으로 메시지 큐에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Kafka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이상 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저장 전 길목(메모리)에서 위협 패턴 실시간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Kafka Streams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윈도우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“최근 5초 동안 50번 이상 실패했는가?” 같은 시간 단위 집계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Kafka Streams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대용량 로그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원본 로그를 열(칼럼) 단위로 저장, 빠른 통계·집계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ClickHouse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Slack 실시간 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위협 판정 시 Slack 채널로 즉시 메시지 발송 (이메일 포함)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Spring Boot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대시보드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추이 그래프, 로그 조회 화면 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React + Spring Boot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점수 · AI 해결책 · 역추적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91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점수화, 조치 방법 안내, 이상 행동 발생 경로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43E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구현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완성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EDR 서비스, 무엇을 참고하는가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6432" cy="2331720"/>
          </a:xfrm>
          <a:prstGeom prst="rect">
            <a:avLst/>
          </a:prstGeom>
          <a:solidFill>
            <a:srgbClr val="F5F6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4564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B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화면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407408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0704" y="438912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대시보드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4855464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점수와 전체 상태 요약, 실시간 이벤트 추이 그래프, 최근 탐지된 이상 행동 목록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70832" y="1783080"/>
            <a:ext cx="3456432" cy="2331720"/>
          </a:xfrm>
          <a:prstGeom prst="rect">
            <a:avLst/>
          </a:prstGeom>
          <a:solidFill>
            <a:srgbClr val="F5F6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70832" y="1783080"/>
            <a:ext cx="34564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B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화면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440740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438912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상세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370832" y="4855464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시각 · 호스트 · 위협 유형, 간략화된 요약 팝업과 AI 기반 조치 방법 제시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783080"/>
            <a:ext cx="3456432" cy="2331720"/>
          </a:xfrm>
          <a:prstGeom prst="rect">
            <a:avLst/>
          </a:prstGeom>
          <a:solidFill>
            <a:srgbClr val="F5F6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101584" y="1783080"/>
            <a:ext cx="34564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B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화면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4407408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22208" y="438912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조회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101584" y="4855464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로그 검색·필터링, 호스트별 / 시간별 조회. ClickHouse 기반 빠른 검색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보안 점수 · AI 해결책 · Slack 알림을 더한 화면이 우리의 목표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시스템 아키텍처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파이프라인, 전체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691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91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80360"/>
            <a:ext cx="169164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OSquery / Zeek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로그 수집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80360" y="2880360"/>
            <a:ext cx="1463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91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80360" y="2880360"/>
            <a:ext cx="146304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events 토픽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331720" y="3291840"/>
            <a:ext cx="548640" cy="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120640" y="1874520"/>
            <a:ext cx="1828800" cy="822960"/>
          </a:xfrm>
          <a:prstGeom prst="rect">
            <a:avLst/>
          </a:prstGeom>
          <a:solidFill>
            <a:srgbClr val="2643EB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874520"/>
            <a:ext cx="182880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Streams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D3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여과 · 위험 판별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3108960"/>
            <a:ext cx="777240" cy="-82296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20640" y="3886200"/>
            <a:ext cx="1828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91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3886200"/>
            <a:ext cx="182880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ClickHouse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원본 로그 저장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43400" y="3474720"/>
            <a:ext cx="777240" cy="82296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35040" y="2697480"/>
            <a:ext cx="0" cy="1188720"/>
          </a:xfrm>
          <a:prstGeom prst="line">
            <a:avLst/>
          </a:prstGeom>
          <a:noFill/>
          <a:ln w="9525">
            <a:solidFill>
              <a:srgbClr val="8A8F9C"/>
            </a:solidFill>
            <a:prstDash val="dash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6144768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여과 데이터 저장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726680" y="288036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91B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2668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 수신 · API 서버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949440" y="2286000"/>
            <a:ext cx="914400" cy="59436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49440" y="4297680"/>
            <a:ext cx="914400" cy="-59436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195560" y="1874520"/>
            <a:ext cx="1371600" cy="822960"/>
          </a:xfrm>
          <a:prstGeom prst="rect">
            <a:avLst/>
          </a:prstGeom>
          <a:solidFill>
            <a:srgbClr val="264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0195560" y="1874520"/>
            <a:ext cx="137160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· 이메일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D3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알림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195560" y="388620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91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95560" y="3886200"/>
            <a:ext cx="137160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대시보드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464040" y="3108960"/>
            <a:ext cx="731520" cy="-82296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64040" y="3474720"/>
            <a:ext cx="731520" cy="822960"/>
          </a:xfrm>
          <a:prstGeom prst="line">
            <a:avLst/>
          </a:prstGeom>
          <a:noFill/>
          <a:ln w="15875">
            <a:solidFill>
              <a:srgbClr val="191B2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5257800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486400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</a:t>
            </a:r>
            <a:pPr indent="0" marL="0">
              <a:buNone/>
            </a:pPr>
            <a:r>
              <a:rPr lang="en-US" sz="13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852160"/>
            <a:ext cx="1911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OSquery·Zeek 로그를 Kafka로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825496" y="5486400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</a:t>
            </a:r>
            <a:pPr indent="0" marL="0">
              <a:buNone/>
            </a:pPr>
            <a:r>
              <a:rPr lang="en-US" sz="13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825496" y="5852160"/>
            <a:ext cx="1911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Streams와 ClickHouse에 동시 전달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10912" y="5486400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</a:t>
            </a:r>
            <a:pPr indent="0" marL="0">
              <a:buNone/>
            </a:pPr>
            <a:r>
              <a:rPr lang="en-US" sz="13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10912" y="5852160"/>
            <a:ext cx="1911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여과 데이터 저장 + alerts 전송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196328" y="5486400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</a:t>
            </a:r>
            <a:pPr indent="0" marL="0">
              <a:buNone/>
            </a:pPr>
            <a:r>
              <a:rPr lang="en-US" sz="13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196328" y="5852160"/>
            <a:ext cx="1911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Boot가 Slack·이메일 발송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381744" y="5486400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</a:t>
            </a:r>
            <a:pPr indent="0" marL="0">
              <a:buNone/>
            </a:pPr>
            <a:r>
              <a:rPr lang="en-US" sz="13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381744" y="5852160"/>
            <a:ext cx="1911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ClickHouse → API → React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기술 설명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수집의 입구, OSquery · Zeek → Kafka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395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OSquery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287121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내부 수집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337560"/>
            <a:ext cx="3337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Meta에서 만든 보안·모니터링 프로그램. PC 내부와 네트워크 행동을 수집하고 Kafka 전달까지 수행한다.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보안 문법 없이 SQL 문법으로 조회하고, Windows·Mac 등 멀티플랫폼을 지원한다.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RAM · CPU · 네트워크 정보를 실시간으로 탐색한다.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06240" y="1965960"/>
            <a:ext cx="0" cy="411480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7452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34840" y="2395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Zeek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434840" y="287121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수집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434840" y="3337560"/>
            <a:ext cx="3337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트래픽 전용 모니터링 도구.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OSquery가 PC 내부를 본다면, Zeek은 네트워크 행동을 실시간으로 기록한다.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DNS · 트래픽 등 네트워크 이상 징후 데이터를 확보한다.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01000" y="1965960"/>
            <a:ext cx="0" cy="411480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20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0" y="2395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8229600" y="287121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메시지 큐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8229600" y="3337560"/>
            <a:ext cx="3337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수집된 로그가 모이는 events 토픽.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로그를 Kafka Streams(탐지)와 ClickHouse(저장)에 동시에 전달한다.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시간에 쏟아지는 대량 로그를 유실 없이 버퍼링한다.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기술 설명 2-1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Streams, 길목에서 잡는 실시간 탐지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14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0.1초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640080" y="3703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발생부터 Slack 알림까지.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 저장되기 전, 흘러가는 길목(메모리)에서 바로 검사한다.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846320" y="19202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0" y="233172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필터링 : 원시 로그에서 위협 패턴만 즉시 선별한다.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윈도우 연산 : “최근 5초 동안 50번 이상 실패했는가?” 같은 시간 범위를 집계한다.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가공된 이상 데이터만 alerts 토픽으로 전달한다.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846320" y="3657600"/>
            <a:ext cx="66751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46320" y="38404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쓰는가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46320" y="425196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방식은 일단 DB에 저장하고 1분마다 뒤져보기 때문에 실시간 대응이 어렵다.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Streams는 데이터가 지나가는 순간 검사해서, DB에 들어가기 전에 알림을 쏜다.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Spark·Flink 같은 분석 서버 없이 Spring Boot 코드 몇 줄로 동작하고, 메모리에서 처리해 DB 과부하도 막는다.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기술 설명 2-2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ClickHouse, 대용량 로그의 기록 창고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146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행이 아니라,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열로 저장한다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402336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항목만 읽어 계산하니 통계·집계가 빠르다. Kafka Topic을 직접 구독하는 연동 기능도 내장.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846320" y="19202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필요한가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0" y="23317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OSquery·Zeek는 짧은 시간에도 대량의 로그를 쏟아내서, 빠른 대량 저장이 필수다.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Streams는 판단 후 데이터를 버리기 때문에, 나중에 찾아볼 기록 창고가 필요하다.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대시보드의 추이 그래프를 일반 DB보다 훨씬 빠르게 계산해 준다.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846320" y="3657600"/>
            <a:ext cx="66751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46320" y="38404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원칙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46320" y="4251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BY   </a:t>
            </a:r>
            <a:pPr indent="0" marL="0"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검색하는 조건(호스트, 시간)으로 정렬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846320" y="472744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PARTITION BY + TTL   </a:t>
            </a:r>
            <a:pPr indent="0" marL="0"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날짜별 분할, “90일 후 자동 삭제”로 무한 적재 방지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846320" y="5202936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  </a:t>
            </a:r>
            <a:pPr indent="0" marL="0"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말고 1000건씩 몰아서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46320" y="5678424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   </a:t>
            </a:r>
            <a:pPr indent="0" marL="0"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수정·삭제·JOIN에 약해서, 로그는 쌓기 전용으로 쓴다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기술 설명 3-1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Boot에서 Slack까지, 세 단계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146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Incoming Webhook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40080" y="294436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노출용 단방향 통로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3383280"/>
            <a:ext cx="3337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인증(OAuth) 없이 Slack 채널과 1:1로 매핑된 고유 URL을 발급받는다. 규격에 맞는 데이터를 넣으면 채널에 자동 표시되는 ‘비밀 우체통’.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06240" y="1920240"/>
            <a:ext cx="0" cy="329184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745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34840" y="25146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페이로드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4434840" y="294436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규격화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434840" y="3383280"/>
            <a:ext cx="3337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Slack은 지정된 JSON 형식만 인식한다. 기본형은 {"text": "보낼 내용"}, 버튼·색상 등 꾸미기는 Block Kit 구조를 쓴다.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01000" y="1920240"/>
            <a:ext cx="0" cy="329184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0" y="25146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WebClient POST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8229600" y="294436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발송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8229600" y="3383280"/>
            <a:ext cx="3337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위협 탐지 등 이벤트가 발생하면, 비동기·논블로킹 WebClient로 Webhook URL에 JSON을 담아 POST 요청을 보낸다.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5715000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발생</a:t>
            </a:r>
            <a:pPr indent="0" marL="0">
              <a:buNone/>
            </a:pPr>
            <a:r>
              <a:rPr lang="en-US" sz="13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JSON 조립   →   Webhook URL에 POST   →   </a:t>
            </a:r>
            <a:pPr indent="0" marL="0">
              <a:buNone/>
            </a:pPr>
            <a:r>
              <a:rPr lang="en-US" sz="135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채널에 알림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기술 설명 3-2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대시보드, 실시간 시연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828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ClickHouse</a:t>
            </a:r>
            <a:pPr indent="0" marL="0">
              <a:buNone/>
            </a:pPr>
            <a:r>
              <a:rPr lang="en-US" sz="2200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indent="0" marL="0">
              <a:buNone/>
            </a:pPr>
            <a:r>
              <a:rPr lang="en-US" sz="22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API</a:t>
            </a:r>
            <a:pPr indent="0" marL="0">
              <a:buNone/>
            </a:pPr>
            <a:r>
              <a:rPr lang="en-US" sz="2200" dirty="0">
                <a:solidFill>
                  <a:srgbClr val="C9CD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indent="0" marL="0">
              <a:buNone/>
            </a:pPr>
            <a:r>
              <a:rPr lang="en-US" sz="22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2468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ClickHouse의 데이터를 Spring Boot가 React가 요청하는 규격(API)으로 반환하고, React가 화면에 출력한다.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추이 그래프 (시간대별 탐지 건수)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이벤트 목록과 상세 정보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원본 로그 조회·검색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99048" y="3246120"/>
            <a:ext cx="0" cy="155448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시나리오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355080" y="36118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행동 발생 → Slack 알림 수신 → 대시보드에서 상세 확인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시각화까지 전체 흐름을 한 번에 시연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5120640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5303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5669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Kafka·Streams인가?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40080" y="60350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실시간성(0.1초 알림), 서버 부하 감소, 구축 간편성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389120" y="5669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ClickHouse가 꼭 필요한가?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389120" y="60350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대량 로그의 빠른 저장·집계 + 버려진 기록의 보관 창고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138160" y="5669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메시지는 어떻게?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138160" y="60350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Incoming Webhook + JSON + WebClient POST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향후 일정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기간, 이렇게 완성한다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21408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2103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 구현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퍼블리싱 : 레퍼런스 기반 React 대시보드 화면 구현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: Spring Boot API, Kafka Streams 탐지 규칙, Slack 알림 모듈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99048" y="2194560"/>
            <a:ext cx="0" cy="201168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0" y="2103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 배포 &amp; 운영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55080" y="27432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배포 : Kafka · ClickHouse · Spring Boot · 프론트엔드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 : 배포 환경에서 파이프라인 동작 확인 및 안정화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4709160"/>
            <a:ext cx="10908792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95604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4956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목표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0080" y="53949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91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로그 수집 → 탐지 → Slack 알림 → 대시보드 시각화까지,
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264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파이프라인 실시간 시연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2026-07-21T07:19:54Z</dcterms:created>
  <dcterms:modified xsi:type="dcterms:W3CDTF">2026-07-21T07:19:54Z</dcterms:modified>
</cp:coreProperties>
</file>